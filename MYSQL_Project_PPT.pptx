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4" r:id="rId15"/>
    <p:sldId id="268" r:id="rId16"/>
    <p:sldId id="275" r:id="rId17"/>
    <p:sldId id="276" r:id="rId18"/>
    <p:sldId id="277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1C956-31C4-4F29-B7EF-6F64BD8AF2DB}" v="113" dt="2025-09-22T07:11:37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Yadav" userId="bf18f3e075fb71af" providerId="LiveId" clId="{BD92A5A2-2604-46A2-B325-5E9A911F2FB6}"/>
    <pc:docChg chg="undo custSel addSld modSld sldOrd modMainMaster">
      <pc:chgData name="RAVI Yadav" userId="bf18f3e075fb71af" providerId="LiveId" clId="{BD92A5A2-2604-46A2-B325-5E9A911F2FB6}" dt="2025-09-22T07:11:38.932" v="386" actId="20577"/>
      <pc:docMkLst>
        <pc:docMk/>
      </pc:docMkLst>
      <pc:sldChg chg="addSp delSp modSp mod modClrScheme chgLayout">
        <pc:chgData name="RAVI Yadav" userId="bf18f3e075fb71af" providerId="LiveId" clId="{BD92A5A2-2604-46A2-B325-5E9A911F2FB6}" dt="2025-09-22T07:08:58.871" v="384" actId="1076"/>
        <pc:sldMkLst>
          <pc:docMk/>
          <pc:sldMk cId="1477545550" sldId="256"/>
        </pc:sldMkLst>
        <pc:spChg chg="mod ord">
          <ac:chgData name="RAVI Yadav" userId="bf18f3e075fb71af" providerId="LiveId" clId="{BD92A5A2-2604-46A2-B325-5E9A911F2FB6}" dt="2025-09-22T07:07:59.412" v="381" actId="14100"/>
          <ac:spMkLst>
            <pc:docMk/>
            <pc:sldMk cId="1477545550" sldId="256"/>
            <ac:spMk id="2" creationId="{650DA473-C549-B4E9-D8B2-6B3BFFE10A94}"/>
          </ac:spMkLst>
        </pc:spChg>
        <pc:spChg chg="mod ord">
          <ac:chgData name="RAVI Yadav" userId="bf18f3e075fb71af" providerId="LiveId" clId="{BD92A5A2-2604-46A2-B325-5E9A911F2FB6}" dt="2025-09-22T07:08:58.871" v="384" actId="1076"/>
          <ac:spMkLst>
            <pc:docMk/>
            <pc:sldMk cId="1477545550" sldId="256"/>
            <ac:spMk id="3" creationId="{975B8C37-4856-7330-45E2-CEC1C00E897D}"/>
          </ac:spMkLst>
        </pc:spChg>
        <pc:picChg chg="add mod">
          <ac:chgData name="RAVI Yadav" userId="bf18f3e075fb71af" providerId="LiveId" clId="{BD92A5A2-2604-46A2-B325-5E9A911F2FB6}" dt="2025-09-14T16:36:26.442" v="280" actId="1440"/>
          <ac:picMkLst>
            <pc:docMk/>
            <pc:sldMk cId="1477545550" sldId="256"/>
            <ac:picMk id="7" creationId="{C257876E-29B4-6A62-409B-ECFC8B0A3671}"/>
          </ac:picMkLst>
        </pc:picChg>
      </pc:sldChg>
      <pc:sldChg chg="addSp modSp mod setBg">
        <pc:chgData name="RAVI Yadav" userId="bf18f3e075fb71af" providerId="LiveId" clId="{BD92A5A2-2604-46A2-B325-5E9A911F2FB6}" dt="2025-09-14T09:06:27.329" v="221"/>
        <pc:sldMkLst>
          <pc:docMk/>
          <pc:sldMk cId="951235593" sldId="257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951235593" sldId="257"/>
            <ac:spMk id="2" creationId="{753CCF5B-7894-25A1-2900-41187ACB6430}"/>
          </ac:spMkLst>
        </pc:spChg>
        <pc:spChg chg="mod">
          <ac:chgData name="RAVI Yadav" userId="bf18f3e075fb71af" providerId="LiveId" clId="{BD92A5A2-2604-46A2-B325-5E9A911F2FB6}" dt="2025-09-14T09:06:27.329" v="221"/>
          <ac:spMkLst>
            <pc:docMk/>
            <pc:sldMk cId="951235593" sldId="257"/>
            <ac:spMk id="3" creationId="{1BEDD722-172D-063C-832E-AE0442B5EAA7}"/>
          </ac:spMkLst>
        </pc:spChg>
        <pc:picChg chg="add mod">
          <ac:chgData name="RAVI Yadav" userId="bf18f3e075fb71af" providerId="LiveId" clId="{BD92A5A2-2604-46A2-B325-5E9A911F2FB6}" dt="2025-09-14T09:06:02.024" v="213"/>
          <ac:picMkLst>
            <pc:docMk/>
            <pc:sldMk cId="951235593" sldId="257"/>
            <ac:picMk id="5" creationId="{98EDEE83-18FB-0E29-5722-DE69F87B3818}"/>
          </ac:picMkLst>
        </pc:picChg>
      </pc:sldChg>
      <pc:sldChg chg="addSp modSp mod">
        <pc:chgData name="RAVI Yadav" userId="bf18f3e075fb71af" providerId="LiveId" clId="{BD92A5A2-2604-46A2-B325-5E9A911F2FB6}" dt="2025-09-14T09:09:15.317" v="246" actId="1076"/>
        <pc:sldMkLst>
          <pc:docMk/>
          <pc:sldMk cId="1999784934" sldId="258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1999784934" sldId="258"/>
            <ac:spMk id="2" creationId="{42AAFBF1-2BC0-CB8E-B982-C3043BA78606}"/>
          </ac:spMkLst>
        </pc:spChg>
        <pc:spChg chg="mod">
          <ac:chgData name="RAVI Yadav" userId="bf18f3e075fb71af" providerId="LiveId" clId="{BD92A5A2-2604-46A2-B325-5E9A911F2FB6}" dt="2025-09-14T09:06:02.024" v="213"/>
          <ac:spMkLst>
            <pc:docMk/>
            <pc:sldMk cId="1999784934" sldId="258"/>
            <ac:spMk id="4" creationId="{7C7BF5CB-393D-80BB-657D-1ED816802FFD}"/>
          </ac:spMkLst>
        </pc:spChg>
        <pc:picChg chg="add mod">
          <ac:chgData name="RAVI Yadav" userId="bf18f3e075fb71af" providerId="LiveId" clId="{BD92A5A2-2604-46A2-B325-5E9A911F2FB6}" dt="2025-09-14T09:09:15.317" v="246" actId="1076"/>
          <ac:picMkLst>
            <pc:docMk/>
            <pc:sldMk cId="1999784934" sldId="258"/>
            <ac:picMk id="5" creationId="{8B7AC57A-63C6-6327-A494-F2E1C9AE168E}"/>
          </ac:picMkLst>
        </pc:picChg>
      </pc:sldChg>
      <pc:sldChg chg="addSp modSp mod modClrScheme modAnim chgLayout">
        <pc:chgData name="RAVI Yadav" userId="bf18f3e075fb71af" providerId="LiveId" clId="{BD92A5A2-2604-46A2-B325-5E9A911F2FB6}" dt="2025-09-14T09:06:27.329" v="221"/>
        <pc:sldMkLst>
          <pc:docMk/>
          <pc:sldMk cId="660093258" sldId="259"/>
        </pc:sldMkLst>
        <pc:spChg chg="mod ord">
          <ac:chgData name="RAVI Yadav" userId="bf18f3e075fb71af" providerId="LiveId" clId="{BD92A5A2-2604-46A2-B325-5E9A911F2FB6}" dt="2025-09-14T09:06:27.329" v="221"/>
          <ac:spMkLst>
            <pc:docMk/>
            <pc:sldMk cId="660093258" sldId="259"/>
            <ac:spMk id="2" creationId="{570BB9F5-66B6-3F01-AC1C-11177CA1A889}"/>
          </ac:spMkLst>
        </pc:spChg>
        <pc:spChg chg="mod ord">
          <ac:chgData name="RAVI Yadav" userId="bf18f3e075fb71af" providerId="LiveId" clId="{BD92A5A2-2604-46A2-B325-5E9A911F2FB6}" dt="2025-09-14T09:06:02.024" v="213"/>
          <ac:spMkLst>
            <pc:docMk/>
            <pc:sldMk cId="660093258" sldId="259"/>
            <ac:spMk id="3" creationId="{1DA40FF0-FE2B-CB4C-2C09-AC9D65B49341}"/>
          </ac:spMkLst>
        </pc:spChg>
        <pc:picChg chg="add mod">
          <ac:chgData name="RAVI Yadav" userId="bf18f3e075fb71af" providerId="LiveId" clId="{BD92A5A2-2604-46A2-B325-5E9A911F2FB6}" dt="2025-09-14T09:06:02.024" v="213"/>
          <ac:picMkLst>
            <pc:docMk/>
            <pc:sldMk cId="660093258" sldId="259"/>
            <ac:picMk id="5" creationId="{44F26EB4-7B49-E561-B732-568D18296318}"/>
          </ac:picMkLst>
        </pc:picChg>
      </pc:sldChg>
      <pc:sldChg chg="modSp">
        <pc:chgData name="RAVI Yadav" userId="bf18f3e075fb71af" providerId="LiveId" clId="{BD92A5A2-2604-46A2-B325-5E9A911F2FB6}" dt="2025-09-14T09:06:51.486" v="225" actId="255"/>
        <pc:sldMkLst>
          <pc:docMk/>
          <pc:sldMk cId="4112003149" sldId="260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4112003149" sldId="260"/>
            <ac:spMk id="2" creationId="{6E7321A5-F0A2-D5B5-F47C-E35F1186F8BA}"/>
          </ac:spMkLst>
        </pc:spChg>
        <pc:spChg chg="mod">
          <ac:chgData name="RAVI Yadav" userId="bf18f3e075fb71af" providerId="LiveId" clId="{BD92A5A2-2604-46A2-B325-5E9A911F2FB6}" dt="2025-09-14T09:06:51.486" v="225" actId="255"/>
          <ac:spMkLst>
            <pc:docMk/>
            <pc:sldMk cId="4112003149" sldId="260"/>
            <ac:spMk id="4" creationId="{6AB7FF9C-EDE0-7967-5BC7-72FAFCE05035}"/>
          </ac:spMkLst>
        </pc:spChg>
      </pc:sldChg>
      <pc:sldChg chg="modSp mod">
        <pc:chgData name="RAVI Yadav" userId="bf18f3e075fb71af" providerId="LiveId" clId="{BD92A5A2-2604-46A2-B325-5E9A911F2FB6}" dt="2025-09-22T07:11:38.932" v="386" actId="20577"/>
        <pc:sldMkLst>
          <pc:docMk/>
          <pc:sldMk cId="1681792812" sldId="261"/>
        </pc:sldMkLst>
        <pc:spChg chg="mod">
          <ac:chgData name="RAVI Yadav" userId="bf18f3e075fb71af" providerId="LiveId" clId="{BD92A5A2-2604-46A2-B325-5E9A911F2FB6}" dt="2025-09-22T07:11:38.932" v="386" actId="20577"/>
          <ac:spMkLst>
            <pc:docMk/>
            <pc:sldMk cId="1681792812" sldId="261"/>
            <ac:spMk id="2" creationId="{03283001-ECC0-1CA0-2424-97D895A48046}"/>
          </ac:spMkLst>
        </pc:spChg>
        <pc:picChg chg="mod">
          <ac:chgData name="RAVI Yadav" userId="bf18f3e075fb71af" providerId="LiveId" clId="{BD92A5A2-2604-46A2-B325-5E9A911F2FB6}" dt="2025-09-14T09:09:49.234" v="251" actId="1076"/>
          <ac:picMkLst>
            <pc:docMk/>
            <pc:sldMk cId="1681792812" sldId="261"/>
            <ac:picMk id="5" creationId="{046831A0-644A-E14F-A86D-06D79B2086F7}"/>
          </ac:picMkLst>
        </pc:picChg>
      </pc:sldChg>
      <pc:sldChg chg="addSp modSp mod">
        <pc:chgData name="RAVI Yadav" userId="bf18f3e075fb71af" providerId="LiveId" clId="{BD92A5A2-2604-46A2-B325-5E9A911F2FB6}" dt="2025-09-14T18:43:03.973" v="307" actId="1076"/>
        <pc:sldMkLst>
          <pc:docMk/>
          <pc:sldMk cId="2162524979" sldId="262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2162524979" sldId="262"/>
            <ac:spMk id="2" creationId="{4C164398-FEEE-DD0F-03AC-6EF019DDBD89}"/>
          </ac:spMkLst>
        </pc:spChg>
        <pc:spChg chg="mod">
          <ac:chgData name="RAVI Yadav" userId="bf18f3e075fb71af" providerId="LiveId" clId="{BD92A5A2-2604-46A2-B325-5E9A911F2FB6}" dt="2025-09-14T18:42:58.094" v="306"/>
          <ac:spMkLst>
            <pc:docMk/>
            <pc:sldMk cId="2162524979" sldId="262"/>
            <ac:spMk id="4" creationId="{66673D67-911A-02EE-E6BD-E9296A5127A7}"/>
          </ac:spMkLst>
        </pc:spChg>
        <pc:picChg chg="add mod">
          <ac:chgData name="RAVI Yadav" userId="bf18f3e075fb71af" providerId="LiveId" clId="{BD92A5A2-2604-46A2-B325-5E9A911F2FB6}" dt="2025-09-14T18:43:03.973" v="307" actId="1076"/>
          <ac:picMkLst>
            <pc:docMk/>
            <pc:sldMk cId="2162524979" sldId="262"/>
            <ac:picMk id="5" creationId="{F1A00F46-C1CF-75B5-ED42-891CD2075A72}"/>
          </ac:picMkLst>
        </pc:picChg>
      </pc:sldChg>
      <pc:sldChg chg="addSp modSp mod">
        <pc:chgData name="RAVI Yadav" userId="bf18f3e075fb71af" providerId="LiveId" clId="{BD92A5A2-2604-46A2-B325-5E9A911F2FB6}" dt="2025-09-14T18:44:02.361" v="316" actId="1076"/>
        <pc:sldMkLst>
          <pc:docMk/>
          <pc:sldMk cId="735998091" sldId="263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735998091" sldId="263"/>
            <ac:spMk id="2" creationId="{0E651499-19BC-0908-F6BB-344A45F7AB86}"/>
          </ac:spMkLst>
        </pc:spChg>
        <pc:spChg chg="mod">
          <ac:chgData name="RAVI Yadav" userId="bf18f3e075fb71af" providerId="LiveId" clId="{BD92A5A2-2604-46A2-B325-5E9A911F2FB6}" dt="2025-09-14T18:43:17.530" v="310"/>
          <ac:spMkLst>
            <pc:docMk/>
            <pc:sldMk cId="735998091" sldId="263"/>
            <ac:spMk id="4" creationId="{FE14594A-4234-1B17-43FE-AD7DBB0CAC37}"/>
          </ac:spMkLst>
        </pc:spChg>
        <pc:picChg chg="add mod">
          <ac:chgData name="RAVI Yadav" userId="bf18f3e075fb71af" providerId="LiveId" clId="{BD92A5A2-2604-46A2-B325-5E9A911F2FB6}" dt="2025-09-14T18:44:02.361" v="316" actId="1076"/>
          <ac:picMkLst>
            <pc:docMk/>
            <pc:sldMk cId="735998091" sldId="263"/>
            <ac:picMk id="5" creationId="{D5D380FA-D95E-882F-4291-AD058F3C9851}"/>
          </ac:picMkLst>
        </pc:picChg>
      </pc:sldChg>
      <pc:sldChg chg="addSp modSp mod">
        <pc:chgData name="RAVI Yadav" userId="bf18f3e075fb71af" providerId="LiveId" clId="{BD92A5A2-2604-46A2-B325-5E9A911F2FB6}" dt="2025-09-14T18:45:08.863" v="326" actId="1076"/>
        <pc:sldMkLst>
          <pc:docMk/>
          <pc:sldMk cId="2550267409" sldId="264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2550267409" sldId="264"/>
            <ac:spMk id="2" creationId="{2A4E6AC8-B3B1-5422-2BFE-19D1460858CE}"/>
          </ac:spMkLst>
        </pc:spChg>
        <pc:spChg chg="mod">
          <ac:chgData name="RAVI Yadav" userId="bf18f3e075fb71af" providerId="LiveId" clId="{BD92A5A2-2604-46A2-B325-5E9A911F2FB6}" dt="2025-09-14T18:44:40.369" v="322"/>
          <ac:spMkLst>
            <pc:docMk/>
            <pc:sldMk cId="2550267409" sldId="264"/>
            <ac:spMk id="4" creationId="{528903EE-64EF-1CB0-4D54-5EAD38CBA2EC}"/>
          </ac:spMkLst>
        </pc:spChg>
        <pc:picChg chg="add mod">
          <ac:chgData name="RAVI Yadav" userId="bf18f3e075fb71af" providerId="LiveId" clId="{BD92A5A2-2604-46A2-B325-5E9A911F2FB6}" dt="2025-09-14T18:45:08.863" v="326" actId="1076"/>
          <ac:picMkLst>
            <pc:docMk/>
            <pc:sldMk cId="2550267409" sldId="264"/>
            <ac:picMk id="5" creationId="{63E172B0-8EC6-863E-737D-605386BBB9F7}"/>
          </ac:picMkLst>
        </pc:picChg>
      </pc:sldChg>
      <pc:sldChg chg="addSp modSp mod">
        <pc:chgData name="RAVI Yadav" userId="bf18f3e075fb71af" providerId="LiveId" clId="{BD92A5A2-2604-46A2-B325-5E9A911F2FB6}" dt="2025-09-14T18:47:26.287" v="342" actId="1076"/>
        <pc:sldMkLst>
          <pc:docMk/>
          <pc:sldMk cId="939726676" sldId="265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939726676" sldId="265"/>
            <ac:spMk id="2" creationId="{C1537829-CFB1-ECE6-1279-321515D32416}"/>
          </ac:spMkLst>
        </pc:spChg>
        <pc:spChg chg="mod">
          <ac:chgData name="RAVI Yadav" userId="bf18f3e075fb71af" providerId="LiveId" clId="{BD92A5A2-2604-46A2-B325-5E9A911F2FB6}" dt="2025-09-14T18:47:17.358" v="340"/>
          <ac:spMkLst>
            <pc:docMk/>
            <pc:sldMk cId="939726676" sldId="265"/>
            <ac:spMk id="4" creationId="{B078A549-8AA7-C0D6-18C2-8D0402062509}"/>
          </ac:spMkLst>
        </pc:spChg>
        <pc:picChg chg="add mod">
          <ac:chgData name="RAVI Yadav" userId="bf18f3e075fb71af" providerId="LiveId" clId="{BD92A5A2-2604-46A2-B325-5E9A911F2FB6}" dt="2025-09-14T18:47:26.287" v="342" actId="1076"/>
          <ac:picMkLst>
            <pc:docMk/>
            <pc:sldMk cId="939726676" sldId="265"/>
            <ac:picMk id="5" creationId="{F835C56D-6B6E-63F0-501A-6D72260088BF}"/>
          </ac:picMkLst>
        </pc:picChg>
      </pc:sldChg>
      <pc:sldChg chg="addSp modSp mod">
        <pc:chgData name="RAVI Yadav" userId="bf18f3e075fb71af" providerId="LiveId" clId="{BD92A5A2-2604-46A2-B325-5E9A911F2FB6}" dt="2025-09-14T19:00:31.665" v="357" actId="1076"/>
        <pc:sldMkLst>
          <pc:docMk/>
          <pc:sldMk cId="887761486" sldId="266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887761486" sldId="266"/>
            <ac:spMk id="2" creationId="{C051E9DB-F38E-C749-9DDD-DDAB939B02F1}"/>
          </ac:spMkLst>
        </pc:spChg>
        <pc:spChg chg="mod">
          <ac:chgData name="RAVI Yadav" userId="bf18f3e075fb71af" providerId="LiveId" clId="{BD92A5A2-2604-46A2-B325-5E9A911F2FB6}" dt="2025-09-14T18:49:20.815" v="348" actId="27636"/>
          <ac:spMkLst>
            <pc:docMk/>
            <pc:sldMk cId="887761486" sldId="266"/>
            <ac:spMk id="3" creationId="{7F7E3586-0823-B7B2-B04E-70F01C9F9F29}"/>
          </ac:spMkLst>
        </pc:spChg>
        <pc:picChg chg="add mod">
          <ac:chgData name="RAVI Yadav" userId="bf18f3e075fb71af" providerId="LiveId" clId="{BD92A5A2-2604-46A2-B325-5E9A911F2FB6}" dt="2025-09-14T19:00:31.665" v="357" actId="1076"/>
          <ac:picMkLst>
            <pc:docMk/>
            <pc:sldMk cId="887761486" sldId="266"/>
            <ac:picMk id="5" creationId="{EC8C35AD-1DC6-B491-A840-086616EEEB99}"/>
          </ac:picMkLst>
        </pc:picChg>
      </pc:sldChg>
      <pc:sldChg chg="addSp modSp mod">
        <pc:chgData name="RAVI Yadav" userId="bf18f3e075fb71af" providerId="LiveId" clId="{BD92A5A2-2604-46A2-B325-5E9A911F2FB6}" dt="2025-09-14T19:16:21.022" v="368" actId="1076"/>
        <pc:sldMkLst>
          <pc:docMk/>
          <pc:sldMk cId="200149473" sldId="267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200149473" sldId="267"/>
            <ac:spMk id="2" creationId="{19A2DC20-B10E-1A98-6F6E-113BE2705685}"/>
          </ac:spMkLst>
        </pc:spChg>
        <pc:spChg chg="mod">
          <ac:chgData name="RAVI Yadav" userId="bf18f3e075fb71af" providerId="LiveId" clId="{BD92A5A2-2604-46A2-B325-5E9A911F2FB6}" dt="2025-09-14T19:01:11.193" v="362"/>
          <ac:spMkLst>
            <pc:docMk/>
            <pc:sldMk cId="200149473" sldId="267"/>
            <ac:spMk id="4" creationId="{CEF4AD6E-1E78-36CA-AB7F-1E5649B17688}"/>
          </ac:spMkLst>
        </pc:spChg>
        <pc:picChg chg="add mod">
          <ac:chgData name="RAVI Yadav" userId="bf18f3e075fb71af" providerId="LiveId" clId="{BD92A5A2-2604-46A2-B325-5E9A911F2FB6}" dt="2025-09-14T19:16:21.022" v="368" actId="1076"/>
          <ac:picMkLst>
            <pc:docMk/>
            <pc:sldMk cId="200149473" sldId="267"/>
            <ac:picMk id="5" creationId="{0BC13FF3-EF52-E961-9D21-C4085319D68D}"/>
          </ac:picMkLst>
        </pc:picChg>
      </pc:sldChg>
      <pc:sldChg chg="modSp">
        <pc:chgData name="RAVI Yadav" userId="bf18f3e075fb71af" providerId="LiveId" clId="{BD92A5A2-2604-46A2-B325-5E9A911F2FB6}" dt="2025-09-14T09:10:34.141" v="256" actId="14100"/>
        <pc:sldMkLst>
          <pc:docMk/>
          <pc:sldMk cId="1406497629" sldId="268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1406497629" sldId="268"/>
            <ac:spMk id="2" creationId="{1FAA7F16-F1CE-61F3-EE06-FB370E44F983}"/>
          </ac:spMkLst>
        </pc:spChg>
        <pc:spChg chg="mod">
          <ac:chgData name="RAVI Yadav" userId="bf18f3e075fb71af" providerId="LiveId" clId="{BD92A5A2-2604-46A2-B325-5E9A911F2FB6}" dt="2025-09-14T09:10:34.141" v="256" actId="14100"/>
          <ac:spMkLst>
            <pc:docMk/>
            <pc:sldMk cId="1406497629" sldId="268"/>
            <ac:spMk id="4" creationId="{87D9C399-C79D-2F0A-75CA-3A654061238A}"/>
          </ac:spMkLst>
        </pc:spChg>
      </pc:sldChg>
      <pc:sldChg chg="modSp mod ord">
        <pc:chgData name="RAVI Yadav" userId="bf18f3e075fb71af" providerId="LiveId" clId="{BD92A5A2-2604-46A2-B325-5E9A911F2FB6}" dt="2025-09-14T19:16:37.415" v="371" actId="1076"/>
        <pc:sldMkLst>
          <pc:docMk/>
          <pc:sldMk cId="4133028352" sldId="269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4133028352" sldId="269"/>
            <ac:spMk id="2" creationId="{BB07A223-4484-258C-D14A-4D855C0354E3}"/>
          </ac:spMkLst>
        </pc:spChg>
        <pc:spChg chg="mod">
          <ac:chgData name="RAVI Yadav" userId="bf18f3e075fb71af" providerId="LiveId" clId="{BD92A5A2-2604-46A2-B325-5E9A911F2FB6}" dt="2025-09-14T09:06:27.329" v="221"/>
          <ac:spMkLst>
            <pc:docMk/>
            <pc:sldMk cId="4133028352" sldId="269"/>
            <ac:spMk id="3" creationId="{2118B89E-8BD9-41E5-42BF-4021FF0DF01F}"/>
          </ac:spMkLst>
        </pc:spChg>
        <pc:picChg chg="mod">
          <ac:chgData name="RAVI Yadav" userId="bf18f3e075fb71af" providerId="LiveId" clId="{BD92A5A2-2604-46A2-B325-5E9A911F2FB6}" dt="2025-09-14T19:16:37.415" v="371" actId="1076"/>
          <ac:picMkLst>
            <pc:docMk/>
            <pc:sldMk cId="4133028352" sldId="269"/>
            <ac:picMk id="5" creationId="{66862AAE-E893-6C07-AF62-2EF6575113E8}"/>
          </ac:picMkLst>
        </pc:picChg>
      </pc:sldChg>
      <pc:sldChg chg="modSp mod ord">
        <pc:chgData name="RAVI Yadav" userId="bf18f3e075fb71af" providerId="LiveId" clId="{BD92A5A2-2604-46A2-B325-5E9A911F2FB6}" dt="2025-09-14T09:06:27.329" v="221"/>
        <pc:sldMkLst>
          <pc:docMk/>
          <pc:sldMk cId="98014423" sldId="270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98014423" sldId="270"/>
            <ac:spMk id="2" creationId="{5385156A-FC95-E195-3EAF-00CF7D488E86}"/>
          </ac:spMkLst>
        </pc:spChg>
        <pc:spChg chg="mod">
          <ac:chgData name="RAVI Yadav" userId="bf18f3e075fb71af" providerId="LiveId" clId="{BD92A5A2-2604-46A2-B325-5E9A911F2FB6}" dt="2025-09-14T09:06:02.024" v="213"/>
          <ac:spMkLst>
            <pc:docMk/>
            <pc:sldMk cId="98014423" sldId="270"/>
            <ac:spMk id="4" creationId="{7820D31D-63A1-FBBF-D941-9E0C6B8D41F7}"/>
          </ac:spMkLst>
        </pc:spChg>
      </pc:sldChg>
      <pc:sldChg chg="modSp mod">
        <pc:chgData name="RAVI Yadav" userId="bf18f3e075fb71af" providerId="LiveId" clId="{BD92A5A2-2604-46A2-B325-5E9A911F2FB6}" dt="2025-09-14T09:06:27.329" v="221"/>
        <pc:sldMkLst>
          <pc:docMk/>
          <pc:sldMk cId="1100971294" sldId="271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1100971294" sldId="271"/>
            <ac:spMk id="2" creationId="{8E15F767-40C1-26A5-D67C-5AC092BFAA09}"/>
          </ac:spMkLst>
        </pc:spChg>
        <pc:spChg chg="mod">
          <ac:chgData name="RAVI Yadav" userId="bf18f3e075fb71af" providerId="LiveId" clId="{BD92A5A2-2604-46A2-B325-5E9A911F2FB6}" dt="2025-09-14T09:06:02.024" v="213"/>
          <ac:spMkLst>
            <pc:docMk/>
            <pc:sldMk cId="1100971294" sldId="271"/>
            <ac:spMk id="4" creationId="{77B75257-BA57-69B9-7EBA-EB0B43CCE37F}"/>
          </ac:spMkLst>
        </pc:spChg>
      </pc:sldChg>
      <pc:sldChg chg="modSp mod">
        <pc:chgData name="RAVI Yadav" userId="bf18f3e075fb71af" providerId="LiveId" clId="{BD92A5A2-2604-46A2-B325-5E9A911F2FB6}" dt="2025-09-14T09:06:27.329" v="221"/>
        <pc:sldMkLst>
          <pc:docMk/>
          <pc:sldMk cId="3494277491" sldId="272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3494277491" sldId="272"/>
            <ac:spMk id="2" creationId="{0EE36BEC-89F7-7630-7AD0-51C630A52689}"/>
          </ac:spMkLst>
        </pc:spChg>
        <pc:spChg chg="mod">
          <ac:chgData name="RAVI Yadav" userId="bf18f3e075fb71af" providerId="LiveId" clId="{BD92A5A2-2604-46A2-B325-5E9A911F2FB6}" dt="2025-09-14T09:06:02.024" v="213"/>
          <ac:spMkLst>
            <pc:docMk/>
            <pc:sldMk cId="3494277491" sldId="272"/>
            <ac:spMk id="4" creationId="{5D0E208B-0EC6-89DD-6A78-96FB89F78946}"/>
          </ac:spMkLst>
        </pc:spChg>
      </pc:sldChg>
      <pc:sldChg chg="addSp modSp mod">
        <pc:chgData name="RAVI Yadav" userId="bf18f3e075fb71af" providerId="LiveId" clId="{BD92A5A2-2604-46A2-B325-5E9A911F2FB6}" dt="2025-09-15T05:45:55.948" v="379" actId="1076"/>
        <pc:sldMkLst>
          <pc:docMk/>
          <pc:sldMk cId="3367878317" sldId="273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3367878317" sldId="273"/>
            <ac:spMk id="2" creationId="{37A98A04-C583-5A5A-7FED-895BA5AE0AEE}"/>
          </ac:spMkLst>
        </pc:spChg>
        <pc:spChg chg="mod">
          <ac:chgData name="RAVI Yadav" userId="bf18f3e075fb71af" providerId="LiveId" clId="{BD92A5A2-2604-46A2-B325-5E9A911F2FB6}" dt="2025-09-15T05:45:32.069" v="375" actId="255"/>
          <ac:spMkLst>
            <pc:docMk/>
            <pc:sldMk cId="3367878317" sldId="273"/>
            <ac:spMk id="4" creationId="{63632048-E433-0733-324F-B22E6C44FD2F}"/>
          </ac:spMkLst>
        </pc:spChg>
        <pc:picChg chg="add mod">
          <ac:chgData name="RAVI Yadav" userId="bf18f3e075fb71af" providerId="LiveId" clId="{BD92A5A2-2604-46A2-B325-5E9A911F2FB6}" dt="2025-09-15T05:45:55.948" v="379" actId="1076"/>
          <ac:picMkLst>
            <pc:docMk/>
            <pc:sldMk cId="3367878317" sldId="273"/>
            <ac:picMk id="5" creationId="{CE51B6BE-D45B-34D7-3B9F-169F79E8B182}"/>
          </ac:picMkLst>
        </pc:picChg>
      </pc:sldChg>
      <pc:sldChg chg="modSp mod ord">
        <pc:chgData name="RAVI Yadav" userId="bf18f3e075fb71af" providerId="LiveId" clId="{BD92A5A2-2604-46A2-B325-5E9A911F2FB6}" dt="2025-09-14T19:16:42.243" v="373"/>
        <pc:sldMkLst>
          <pc:docMk/>
          <pc:sldMk cId="2628026733" sldId="274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2628026733" sldId="274"/>
            <ac:spMk id="2" creationId="{70F1074F-9D7E-961E-8DC2-6BDA57F293B3}"/>
          </ac:spMkLst>
        </pc:spChg>
        <pc:spChg chg="mod">
          <ac:chgData name="RAVI Yadav" userId="bf18f3e075fb71af" providerId="LiveId" clId="{BD92A5A2-2604-46A2-B325-5E9A911F2FB6}" dt="2025-09-14T09:06:27.329" v="221"/>
          <ac:spMkLst>
            <pc:docMk/>
            <pc:sldMk cId="2628026733" sldId="274"/>
            <ac:spMk id="3" creationId="{51FA8F26-D4FE-DB48-AAB6-E2F05C6E1B0A}"/>
          </ac:spMkLst>
        </pc:spChg>
        <pc:picChg chg="mod">
          <ac:chgData name="RAVI Yadav" userId="bf18f3e075fb71af" providerId="LiveId" clId="{BD92A5A2-2604-46A2-B325-5E9A911F2FB6}" dt="2025-09-14T09:11:13.729" v="262" actId="14100"/>
          <ac:picMkLst>
            <pc:docMk/>
            <pc:sldMk cId="2628026733" sldId="274"/>
            <ac:picMk id="5" creationId="{AAD4335D-AC9D-DC7A-20F2-E39D46D9E363}"/>
          </ac:picMkLst>
        </pc:picChg>
      </pc:sldChg>
      <pc:sldChg chg="modSp mod">
        <pc:chgData name="RAVI Yadav" userId="bf18f3e075fb71af" providerId="LiveId" clId="{BD92A5A2-2604-46A2-B325-5E9A911F2FB6}" dt="2025-09-14T09:11:24.649" v="265" actId="14100"/>
        <pc:sldMkLst>
          <pc:docMk/>
          <pc:sldMk cId="3274586618" sldId="275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3274586618" sldId="275"/>
            <ac:spMk id="2" creationId="{CABF8E14-1FEE-7452-2721-E06017258E7B}"/>
          </ac:spMkLst>
        </pc:spChg>
        <pc:spChg chg="mod">
          <ac:chgData name="RAVI Yadav" userId="bf18f3e075fb71af" providerId="LiveId" clId="{BD92A5A2-2604-46A2-B325-5E9A911F2FB6}" dt="2025-09-14T09:06:27.329" v="221"/>
          <ac:spMkLst>
            <pc:docMk/>
            <pc:sldMk cId="3274586618" sldId="275"/>
            <ac:spMk id="3" creationId="{B109CB7F-818B-2100-0D78-BD33043D763D}"/>
          </ac:spMkLst>
        </pc:spChg>
        <pc:picChg chg="mod">
          <ac:chgData name="RAVI Yadav" userId="bf18f3e075fb71af" providerId="LiveId" clId="{BD92A5A2-2604-46A2-B325-5E9A911F2FB6}" dt="2025-09-14T09:11:24.649" v="265" actId="14100"/>
          <ac:picMkLst>
            <pc:docMk/>
            <pc:sldMk cId="3274586618" sldId="275"/>
            <ac:picMk id="5" creationId="{2F9C24ED-5993-E4E1-5149-EA87CA6BCA57}"/>
          </ac:picMkLst>
        </pc:picChg>
      </pc:sldChg>
      <pc:sldChg chg="delSp modSp mod ord">
        <pc:chgData name="RAVI Yadav" userId="bf18f3e075fb71af" providerId="LiveId" clId="{BD92A5A2-2604-46A2-B325-5E9A911F2FB6}" dt="2025-09-14T09:06:27.329" v="221"/>
        <pc:sldMkLst>
          <pc:docMk/>
          <pc:sldMk cId="3510171372" sldId="276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3510171372" sldId="276"/>
            <ac:spMk id="2" creationId="{A3600007-EB32-E976-C924-A775825C3666}"/>
          </ac:spMkLst>
        </pc:spChg>
        <pc:spChg chg="mod">
          <ac:chgData name="RAVI Yadav" userId="bf18f3e075fb71af" providerId="LiveId" clId="{BD92A5A2-2604-46A2-B325-5E9A911F2FB6}" dt="2025-09-14T09:06:26.485" v="219" actId="27636"/>
          <ac:spMkLst>
            <pc:docMk/>
            <pc:sldMk cId="3510171372" sldId="276"/>
            <ac:spMk id="3" creationId="{3A5E26DA-92F3-F29B-9849-F2A365F782BC}"/>
          </ac:spMkLst>
        </pc:spChg>
      </pc:sldChg>
      <pc:sldChg chg="addSp delSp modSp new mod ord">
        <pc:chgData name="RAVI Yadav" userId="bf18f3e075fb71af" providerId="LiveId" clId="{BD92A5A2-2604-46A2-B325-5E9A911F2FB6}" dt="2025-09-14T09:11:47.691" v="268" actId="14100"/>
        <pc:sldMkLst>
          <pc:docMk/>
          <pc:sldMk cId="3225877516" sldId="277"/>
        </pc:sldMkLst>
        <pc:spChg chg="mod">
          <ac:chgData name="RAVI Yadav" userId="bf18f3e075fb71af" providerId="LiveId" clId="{BD92A5A2-2604-46A2-B325-5E9A911F2FB6}" dt="2025-09-14T09:06:27.329" v="221"/>
          <ac:spMkLst>
            <pc:docMk/>
            <pc:sldMk cId="3225877516" sldId="277"/>
            <ac:spMk id="2" creationId="{C3CA0574-6A44-B015-29D1-21D695089B5E}"/>
          </ac:spMkLst>
        </pc:spChg>
        <pc:picChg chg="add mod">
          <ac:chgData name="RAVI Yadav" userId="bf18f3e075fb71af" providerId="LiveId" clId="{BD92A5A2-2604-46A2-B325-5E9A911F2FB6}" dt="2025-09-14T09:11:47.691" v="268" actId="14100"/>
          <ac:picMkLst>
            <pc:docMk/>
            <pc:sldMk cId="3225877516" sldId="277"/>
            <ac:picMk id="5" creationId="{16EF7528-B1DA-9DB4-E54A-8FE7EA1C11EA}"/>
          </ac:picMkLst>
        </pc:picChg>
      </pc:sldChg>
      <pc:sldMasterChg chg="modSp modSldLayout">
        <pc:chgData name="RAVI Yadav" userId="bf18f3e075fb71af" providerId="LiveId" clId="{BD92A5A2-2604-46A2-B325-5E9A911F2FB6}" dt="2025-09-14T09:05:20.853" v="188"/>
        <pc:sldMasterMkLst>
          <pc:docMk/>
          <pc:sldMasterMk cId="3368045760" sldId="2147483821"/>
        </pc:sldMasterMkLst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3350838325" sldId="2147483822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925068945" sldId="2147483823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187659409" sldId="2147483824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897751933" sldId="2147483825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2801831435" sldId="2147483826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1946397427" sldId="2147483829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2524398640" sldId="2147483830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3699093629" sldId="2147483831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637035340" sldId="2147483832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2781563264" sldId="2147483833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1826404841" sldId="2147483834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2886065157" sldId="2147483835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1732571297" sldId="2147483836"/>
          </pc:sldLayoutMkLst>
        </pc:sldLayoutChg>
        <pc:sldLayoutChg chg="modSp">
          <pc:chgData name="RAVI Yadav" userId="bf18f3e075fb71af" providerId="LiveId" clId="{BD92A5A2-2604-46A2-B325-5E9A911F2FB6}" dt="2025-09-14T09:05:20.853" v="188"/>
          <pc:sldLayoutMkLst>
            <pc:docMk/>
            <pc:sldMasterMk cId="3368045760" sldId="2147483821"/>
            <pc:sldLayoutMk cId="1864315489" sldId="2147483838"/>
          </pc:sldLayoutMkLst>
        </pc:sldLayoutChg>
      </pc:sldMasterChg>
      <pc:sldMasterChg chg="modSp modSldLayout">
        <pc:chgData name="RAVI Yadav" userId="bf18f3e075fb71af" providerId="LiveId" clId="{BD92A5A2-2604-46A2-B325-5E9A911F2FB6}" dt="2025-09-14T09:06:02.024" v="213"/>
        <pc:sldMasterMkLst>
          <pc:docMk/>
          <pc:sldMasterMk cId="1617765856" sldId="2147483839"/>
        </pc:sldMasterMkLst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1449809248" sldId="2147483840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3772354895" sldId="2147483841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786657265" sldId="2147483842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2343526045" sldId="2147483843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2044681243" sldId="2147483844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3973476201" sldId="2147483847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917275195" sldId="2147483848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3815922425" sldId="2147483849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3814228281" sldId="2147483850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3723562478" sldId="2147483851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4059763888" sldId="2147483852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2210491295" sldId="2147483853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2132410439" sldId="2147483854"/>
          </pc:sldLayoutMkLst>
        </pc:sldLayoutChg>
        <pc:sldLayoutChg chg="modSp">
          <pc:chgData name="RAVI Yadav" userId="bf18f3e075fb71af" providerId="LiveId" clId="{BD92A5A2-2604-46A2-B325-5E9A911F2FB6}" dt="2025-09-14T09:06:02.024" v="213"/>
          <pc:sldLayoutMkLst>
            <pc:docMk/>
            <pc:sldMasterMk cId="1617765856" sldId="2147483839"/>
            <pc:sldLayoutMk cId="2132294491" sldId="214748385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38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78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30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42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71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91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85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5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45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800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061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016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316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388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66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81AD9-E6FD-4B3D-961B-52098AE79CE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B48F65-AAC6-46DC-B508-2FABEA4E8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44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A473-C549-B4E9-D8B2-6B3BFFE1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8" y="1162051"/>
            <a:ext cx="7886700" cy="774904"/>
          </a:xfrm>
        </p:spPr>
        <p:txBody>
          <a:bodyPr/>
          <a:lstStyle/>
          <a:p>
            <a:r>
              <a:rPr lang="en-IN" dirty="0"/>
              <a:t>Healthcare Management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B8C37-4856-7330-45E2-CEC1C00E8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167401"/>
            <a:ext cx="8304110" cy="29066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“Patient, Doctor, Appointment, Billing &amp; Insurance Management”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7876E-29B4-6A62-409B-ECFC8B0A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25" y="2663929"/>
            <a:ext cx="6083193" cy="34579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7754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CF5B-7894-25A1-2900-41187ACB643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en-IN" dirty="0"/>
          </a:p>
        </p:txBody>
      </p:sp>
      <p:sp useBgFill="1">
        <p:nvSpPr>
          <p:cNvPr id="3" name="Content Placeholder 2">
            <a:extLst>
              <a:ext uri="{FF2B5EF4-FFF2-40B4-BE49-F238E27FC236}">
                <a16:creationId xmlns:a16="http://schemas.microsoft.com/office/drawing/2014/main" id="{1BEDD722-172D-063C-832E-AE0442B5E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Project Objectives</a:t>
            </a:r>
          </a:p>
          <a:p>
            <a:r>
              <a:rPr lang="en-IN" dirty="0"/>
              <a:t>Database Design</a:t>
            </a:r>
          </a:p>
          <a:p>
            <a:r>
              <a:rPr lang="en-IN" dirty="0"/>
              <a:t>ER Diagram</a:t>
            </a:r>
          </a:p>
          <a:p>
            <a:r>
              <a:rPr lang="en-IN" dirty="0"/>
              <a:t>Tables &amp; Sample Data</a:t>
            </a:r>
          </a:p>
          <a:p>
            <a:r>
              <a:rPr lang="en-IN" dirty="0"/>
              <a:t>Queries &amp; Reports</a:t>
            </a:r>
          </a:p>
          <a:p>
            <a:r>
              <a:rPr lang="en-IN" dirty="0"/>
              <a:t>Future Enhancements</a:t>
            </a:r>
          </a:p>
          <a:p>
            <a:r>
              <a:rPr lang="en-IN" dirty="0"/>
              <a:t>Conclusion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DEE83-18FB-0E29-5722-DE69F87B3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463" y="2742663"/>
            <a:ext cx="5439538" cy="32580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5123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FBF1-2BC0-CB8E-B982-C3043BA7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7BF5CB-393D-80BB-657D-1ED816802F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621" y="1839867"/>
            <a:ext cx="5534561" cy="692497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350" b="1" dirty="0">
                <a:latin typeface="Arial" panose="020B0604020202020204" pitchFamily="34" charset="0"/>
              </a:rPr>
              <a:t>Hospitals handle patients, doctors, billing, and insurance.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350" b="1" dirty="0">
                <a:latin typeface="Arial" panose="020B0604020202020204" pitchFamily="34" charset="0"/>
              </a:rPr>
              <a:t>Manual management → errors &amp; inefficiency.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350" b="1" dirty="0">
                <a:latin typeface="Arial" panose="020B0604020202020204" pitchFamily="34" charset="0"/>
              </a:rPr>
              <a:t>SQL database ensures accuracy, speed, and security.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AC57A-63C6-6327-A494-F2E1C9AE1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89" y="2701353"/>
            <a:ext cx="4890527" cy="34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8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B9F5-66B6-3F01-AC1C-11177CA1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40FF0-FE2B-CB4C-2C09-AC9D65B49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1" y="1874890"/>
            <a:ext cx="8426860" cy="2595716"/>
          </a:xfrm>
        </p:spPr>
        <p:txBody>
          <a:bodyPr>
            <a:normAutofit/>
          </a:bodyPr>
          <a:lstStyle/>
          <a:p>
            <a:r>
              <a:rPr lang="en-US" dirty="0"/>
              <a:t>Store and manage patient records.</a:t>
            </a:r>
          </a:p>
          <a:p>
            <a:r>
              <a:rPr lang="en-US" dirty="0"/>
              <a:t>Manage doctor schedules and specializations.</a:t>
            </a:r>
          </a:p>
          <a:p>
            <a:r>
              <a:rPr lang="en-US" dirty="0"/>
              <a:t>Handle appointments and billing.</a:t>
            </a:r>
          </a:p>
          <a:p>
            <a:r>
              <a:rPr lang="en-US" dirty="0"/>
              <a:t>Link insurance policies for patients.</a:t>
            </a:r>
          </a:p>
          <a:p>
            <a:r>
              <a:rPr lang="en-US" dirty="0"/>
              <a:t>Generate reports for analysis.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26EB4-7B49-E561-B732-568D18296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154" y="2576816"/>
            <a:ext cx="4844846" cy="354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21A5-F0A2-D5B5-F47C-E35F1186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B7FF9C-EDE0-7967-5BC7-72FAFCE05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3961" y="2039164"/>
            <a:ext cx="7038017" cy="253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Entities:</a:t>
            </a:r>
            <a:r>
              <a:rPr lang="en-US" altLang="en-US" sz="2000" dirty="0">
                <a:latin typeface="Arial" panose="020B0604020202020204" pitchFamily="34" charset="0"/>
              </a:rPr>
              <a:t> Patient, Doctor, Hospital, Appointment, Medical Record, Billing, Insurance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Relationships: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Patient ↔ Appointment ↔ Doctor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Patient ↔ Medical Record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Patient ↔ Billing ↔ Appointment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Patient ↔ Insurance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003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3001-ECC0-1CA0-2424-97D895A4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Entity–Relationship</a:t>
            </a:r>
            <a:r>
              <a:rPr lang="en-IN" dirty="0"/>
              <a:t>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6831A0-644A-E14F-A86D-06D79B208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92" y="1406014"/>
            <a:ext cx="7172860" cy="446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9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4398-FEEE-DD0F-03AC-6EF019DD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Patient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673D67-911A-02EE-E6BD-E9296A512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59754"/>
            <a:ext cx="7934631" cy="145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Columns:</a:t>
            </a:r>
            <a:r>
              <a:rPr lang="en-US" altLang="en-US" dirty="0">
                <a:latin typeface="Arial" panose="020B0604020202020204" pitchFamily="34" charset="0"/>
              </a:rPr>
              <a:t> patient_id, name, dob, gender, phone, address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Stores patient personal details.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SELECT * FROM Patient;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00F46-C1CF-75B5-ED42-891CD2075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07" y="2871083"/>
            <a:ext cx="6562547" cy="272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2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1499-19BC-0908-F6BB-344A45F7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Doctor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14594A-4234-1B17-43FE-AD7DBB0CA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653" y="1287142"/>
            <a:ext cx="6128890" cy="1792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Columns:</a:t>
            </a:r>
            <a:r>
              <a:rPr lang="en-US" altLang="en-US" sz="1600" dirty="0">
                <a:latin typeface="Arial" panose="020B0604020202020204" pitchFamily="34" charset="0"/>
              </a:rPr>
              <a:t> doctor_id, name, specialization, phone, email, </a:t>
            </a:r>
            <a:r>
              <a:rPr lang="en-US" altLang="en-US" sz="1600" dirty="0" err="1">
                <a:latin typeface="Arial" panose="020B0604020202020204" pitchFamily="34" charset="0"/>
              </a:rPr>
              <a:t>hospital_id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Stores doctor info &amp; linked hospital.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Example: Dr. Mehta, Cardiologist, City Hospital.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SELECT * FROM Doctor;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380FA-D95E-882F-4291-AD058F3C9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25" y="2981567"/>
            <a:ext cx="6927259" cy="25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9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6AC8-B3B1-5422-2BFE-19D14608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Hospital Table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8903EE-64EF-1CB0-4D54-5EAD38CBA2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385576"/>
            <a:ext cx="8473877" cy="191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Columns:</a:t>
            </a:r>
            <a:r>
              <a:rPr lang="en-US" altLang="en-US" sz="2000" dirty="0">
                <a:latin typeface="Arial" panose="020B0604020202020204" pitchFamily="34" charset="0"/>
              </a:rPr>
              <a:t> hospital_id, name, location, contact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Stores hospital info.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Example: Apollo Clinic, Mumbai Central.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SELECT * FROM Hospital;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172B0-8EC6-863E-737D-605386BBB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3140155"/>
            <a:ext cx="6957312" cy="215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6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7829-CFB1-ECE6-1279-321515D3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Appointment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78A549-8AA7-C0D6-18C2-8D04020625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981" y="1419292"/>
            <a:ext cx="6935948" cy="256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Columns: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record_id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patient_id</a:t>
            </a:r>
            <a:r>
              <a:rPr lang="en-US" altLang="en-US" dirty="0">
                <a:latin typeface="Arial" panose="020B0604020202020204" pitchFamily="34" charset="0"/>
              </a:rPr>
              <a:t>, diagnosis, treatment, prescription, </a:t>
            </a:r>
            <a:r>
              <a:rPr lang="en-US" altLang="en-US" dirty="0" err="1">
                <a:latin typeface="Arial" panose="020B0604020202020204" pitchFamily="34" charset="0"/>
              </a:rPr>
              <a:t>record_date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Stores diagnosis, treatment, prescription.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Example: High BP → Amlodipine 5mg.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SELECT * FROM Appointment;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5C56D-6B6E-63F0-501A-6D722600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3" y="3228681"/>
            <a:ext cx="6859804" cy="275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2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E9DB-F38E-C749-9DDD-DDAB939B0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Billing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3586-0823-B7B2-B04E-70F01C9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1415846"/>
            <a:ext cx="6711507" cy="153383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Columns:</a:t>
            </a:r>
            <a:r>
              <a:rPr lang="en-US" dirty="0"/>
              <a:t> </a:t>
            </a:r>
            <a:r>
              <a:rPr lang="en-US" dirty="0" err="1"/>
              <a:t>bill_id</a:t>
            </a:r>
            <a:r>
              <a:rPr lang="en-US" dirty="0"/>
              <a:t>, </a:t>
            </a:r>
            <a:r>
              <a:rPr lang="en-US" dirty="0" err="1"/>
              <a:t>patient_id</a:t>
            </a:r>
            <a:r>
              <a:rPr lang="en-US" dirty="0"/>
              <a:t>, </a:t>
            </a:r>
            <a:r>
              <a:rPr lang="en-US" dirty="0" err="1"/>
              <a:t>appointment_id</a:t>
            </a:r>
            <a:r>
              <a:rPr lang="en-US" dirty="0"/>
              <a:t>, amount, </a:t>
            </a:r>
            <a:r>
              <a:rPr lang="en-US" dirty="0" err="1"/>
              <a:t>payment_status</a:t>
            </a:r>
            <a:endParaRPr lang="en-US" dirty="0"/>
          </a:p>
          <a:p>
            <a:r>
              <a:rPr lang="en-US" dirty="0"/>
              <a:t>Stores billing info linked with appointment.</a:t>
            </a:r>
          </a:p>
          <a:p>
            <a:r>
              <a:rPr lang="en-US" dirty="0"/>
              <a:t>Example: Bill = ₹2000, Status = Pending.</a:t>
            </a:r>
          </a:p>
          <a:p>
            <a:endParaRPr lang="en-US" dirty="0"/>
          </a:p>
          <a:p>
            <a:r>
              <a:rPr lang="en-US" dirty="0"/>
              <a:t>SELECT * FROM Billing;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C35AD-1DC6-B491-A840-086616EE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7" y="3175820"/>
            <a:ext cx="6528695" cy="192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6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DC20-B10E-1A98-6F6E-113BE270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Insurance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F4AD6E-1E78-36CA-AB7F-1E5649B17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813" y="1891872"/>
            <a:ext cx="7387842" cy="200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Columns: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insurance_id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patient_id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provider_name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policy_number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coverage_details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Stores patient’s insurance coverage.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Example: LIC Health Plus, 2 Lakhs cover.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SELECT * FROM Insurance;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13FF3-EF52-E961-9D21-C4085319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8" y="3701505"/>
            <a:ext cx="6593518" cy="19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A223-4484-258C-D14A-4D855C035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Query –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B89E-8BD9-41E5-42BF-4021FF0D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Finds patient appointments with doctor name and bill details.</a:t>
            </a:r>
          </a:p>
          <a:p>
            <a:r>
              <a:rPr lang="en-IN" dirty="0"/>
              <a:t>SELECT P.name, D.name AS Doctor, </a:t>
            </a:r>
            <a:r>
              <a:rPr lang="en-IN" dirty="0" err="1"/>
              <a:t>A.appointment_date</a:t>
            </a:r>
            <a:r>
              <a:rPr lang="en-IN" dirty="0"/>
              <a:t>, </a:t>
            </a:r>
            <a:r>
              <a:rPr lang="en-IN" dirty="0" err="1"/>
              <a:t>B.amount</a:t>
            </a:r>
            <a:r>
              <a:rPr lang="en-IN" dirty="0"/>
              <a:t>, </a:t>
            </a:r>
            <a:r>
              <a:rPr lang="en-IN" dirty="0" err="1"/>
              <a:t>B.payment_status</a:t>
            </a:r>
            <a:endParaRPr lang="en-IN" dirty="0"/>
          </a:p>
          <a:p>
            <a:r>
              <a:rPr lang="en-IN" dirty="0"/>
              <a:t>FROM Patient P</a:t>
            </a:r>
          </a:p>
          <a:p>
            <a:r>
              <a:rPr lang="en-IN" dirty="0"/>
              <a:t>JOIN Appointment A ON </a:t>
            </a:r>
            <a:r>
              <a:rPr lang="en-IN" dirty="0" err="1"/>
              <a:t>P.patient_id</a:t>
            </a:r>
            <a:r>
              <a:rPr lang="en-IN" dirty="0"/>
              <a:t> = </a:t>
            </a:r>
            <a:r>
              <a:rPr lang="en-IN" dirty="0" err="1"/>
              <a:t>A.patient_id</a:t>
            </a:r>
            <a:endParaRPr lang="en-IN" dirty="0"/>
          </a:p>
          <a:p>
            <a:r>
              <a:rPr lang="en-IN" dirty="0"/>
              <a:t>JOIN Doctor D ON </a:t>
            </a:r>
            <a:r>
              <a:rPr lang="en-IN" dirty="0" err="1"/>
              <a:t>A.doctor_id</a:t>
            </a:r>
            <a:r>
              <a:rPr lang="en-IN" dirty="0"/>
              <a:t> = </a:t>
            </a:r>
            <a:r>
              <a:rPr lang="en-IN" dirty="0" err="1"/>
              <a:t>D.doctor_id</a:t>
            </a:r>
            <a:endParaRPr lang="en-IN" dirty="0"/>
          </a:p>
          <a:p>
            <a:r>
              <a:rPr lang="en-IN" dirty="0"/>
              <a:t>JOIN Billing B ON </a:t>
            </a:r>
            <a:r>
              <a:rPr lang="en-IN" dirty="0" err="1"/>
              <a:t>A.appointment_id</a:t>
            </a:r>
            <a:r>
              <a:rPr lang="en-IN" dirty="0"/>
              <a:t> = </a:t>
            </a:r>
            <a:r>
              <a:rPr lang="en-IN" dirty="0" err="1"/>
              <a:t>B.appointment_id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62AAE-E893-6C07-AF62-2EF657511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34" y="5111719"/>
            <a:ext cx="5907842" cy="174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28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074F-9D7E-961E-8DC2-6BDA57F2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Patients with Insurance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A8F26-D4FE-DB48-AAB6-E2F05C6E1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</a:t>
            </a:r>
            <a:r>
              <a:rPr lang="en-IN" dirty="0" err="1"/>
              <a:t>HealthcareDB</a:t>
            </a:r>
            <a:r>
              <a:rPr lang="en-IN" dirty="0"/>
              <a:t>;</a:t>
            </a:r>
          </a:p>
          <a:p>
            <a:r>
              <a:rPr lang="en-IN" dirty="0"/>
              <a:t>SELECT P.name, </a:t>
            </a:r>
            <a:r>
              <a:rPr lang="en-IN" dirty="0" err="1"/>
              <a:t>I.provider_name</a:t>
            </a:r>
            <a:r>
              <a:rPr lang="en-IN" dirty="0"/>
              <a:t>, </a:t>
            </a:r>
            <a:r>
              <a:rPr lang="en-IN" dirty="0" err="1"/>
              <a:t>I.policy_number</a:t>
            </a:r>
            <a:r>
              <a:rPr lang="en-IN" dirty="0"/>
              <a:t>, </a:t>
            </a:r>
            <a:r>
              <a:rPr lang="en-IN" dirty="0" err="1"/>
              <a:t>I.coverage_details</a:t>
            </a:r>
            <a:endParaRPr lang="en-IN" dirty="0"/>
          </a:p>
          <a:p>
            <a:r>
              <a:rPr lang="en-IN" dirty="0"/>
              <a:t>FROM Patient P</a:t>
            </a:r>
          </a:p>
          <a:p>
            <a:r>
              <a:rPr lang="en-IN" dirty="0"/>
              <a:t>JOIN Insurance I ON </a:t>
            </a:r>
            <a:r>
              <a:rPr lang="en-IN" dirty="0" err="1"/>
              <a:t>P.patient_id</a:t>
            </a:r>
            <a:r>
              <a:rPr lang="en-IN" dirty="0"/>
              <a:t> = </a:t>
            </a:r>
            <a:r>
              <a:rPr lang="en-IN" dirty="0" err="1"/>
              <a:t>I.patient_id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4335D-AC9D-DC7A-20F2-E39D46D9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4190953"/>
            <a:ext cx="6465699" cy="236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26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7F16-F1CE-61F3-EE06-FB370E44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Relationships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D9C399-C79D-2F0A-75CA-3A65406123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948" y="2724840"/>
            <a:ext cx="7816646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One patient can have many appointments.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One doctor can attend many patients.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One bill belongs to one appointment.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One patient can have multiple insurance policies.</a:t>
            </a:r>
          </a:p>
        </p:txBody>
      </p:sp>
    </p:spTree>
    <p:extLst>
      <p:ext uri="{BB962C8B-B14F-4D97-AF65-F5344CB8AC3E}">
        <p14:creationId xmlns:p14="http://schemas.microsoft.com/office/powerpoint/2010/main" val="1406497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8E14-1FEE-7452-2721-E0601725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Doctors and Their Hospitals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9CB7F-818B-2100-0D78-BD33043D7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HealthcareDB</a:t>
            </a:r>
            <a:r>
              <a:rPr lang="en-US" dirty="0"/>
              <a:t>;</a:t>
            </a:r>
          </a:p>
          <a:p>
            <a:r>
              <a:rPr lang="en-US" dirty="0"/>
              <a:t>SELECT D.name AS Doctor, </a:t>
            </a:r>
            <a:r>
              <a:rPr lang="en-US" dirty="0" err="1"/>
              <a:t>D.specialization</a:t>
            </a:r>
            <a:r>
              <a:rPr lang="en-US" dirty="0"/>
              <a:t>, H.name AS Hospital, </a:t>
            </a:r>
            <a:r>
              <a:rPr lang="en-US" dirty="0" err="1"/>
              <a:t>H.location</a:t>
            </a:r>
            <a:endParaRPr lang="en-US" dirty="0"/>
          </a:p>
          <a:p>
            <a:r>
              <a:rPr lang="en-US" dirty="0"/>
              <a:t>FROM Doctor D</a:t>
            </a:r>
          </a:p>
          <a:p>
            <a:r>
              <a:rPr lang="en-US" dirty="0"/>
              <a:t>JOIN Hospital H ON </a:t>
            </a:r>
            <a:r>
              <a:rPr lang="en-US" dirty="0" err="1"/>
              <a:t>D.hospital_id</a:t>
            </a:r>
            <a:r>
              <a:rPr lang="en-US" dirty="0"/>
              <a:t> = </a:t>
            </a:r>
            <a:r>
              <a:rPr lang="en-US" dirty="0" err="1"/>
              <a:t>H.hospital_id</a:t>
            </a:r>
            <a:r>
              <a:rPr lang="en-US" dirty="0"/>
              <a:t>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C24ED-5993-E4E1-5149-EA87CA6B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76" y="4032376"/>
            <a:ext cx="6347713" cy="258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86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0007-EB32-E976-C924-A775825C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Medical Records of Patients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E26DA-92F3-F29B-9849-F2A365F78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776" y="2509070"/>
            <a:ext cx="6916725" cy="2072148"/>
          </a:xfrm>
        </p:spPr>
        <p:txBody>
          <a:bodyPr>
            <a:normAutofit/>
          </a:bodyPr>
          <a:lstStyle/>
          <a:p>
            <a:r>
              <a:rPr lang="en-IN" dirty="0"/>
              <a:t>USE </a:t>
            </a:r>
            <a:r>
              <a:rPr lang="en-IN" dirty="0" err="1"/>
              <a:t>HealthcareDB</a:t>
            </a:r>
            <a:r>
              <a:rPr lang="en-IN" dirty="0"/>
              <a:t>;</a:t>
            </a:r>
          </a:p>
          <a:p>
            <a:r>
              <a:rPr lang="en-IN" dirty="0"/>
              <a:t>SELECT P.name, </a:t>
            </a:r>
            <a:r>
              <a:rPr lang="en-IN" dirty="0" err="1"/>
              <a:t>M.diagnosis</a:t>
            </a:r>
            <a:r>
              <a:rPr lang="en-IN" dirty="0"/>
              <a:t>, </a:t>
            </a:r>
            <a:r>
              <a:rPr lang="en-IN" dirty="0" err="1"/>
              <a:t>M.treatment</a:t>
            </a:r>
            <a:r>
              <a:rPr lang="en-IN" dirty="0"/>
              <a:t>, </a:t>
            </a:r>
            <a:r>
              <a:rPr lang="en-IN" dirty="0" err="1"/>
              <a:t>M.prescription</a:t>
            </a:r>
            <a:r>
              <a:rPr lang="en-IN" dirty="0"/>
              <a:t>, </a:t>
            </a:r>
            <a:r>
              <a:rPr lang="en-IN" dirty="0" err="1"/>
              <a:t>M.record_date</a:t>
            </a:r>
            <a:endParaRPr lang="en-IN" dirty="0"/>
          </a:p>
          <a:p>
            <a:r>
              <a:rPr lang="en-IN" dirty="0"/>
              <a:t>FROM Patient P</a:t>
            </a:r>
          </a:p>
          <a:p>
            <a:r>
              <a:rPr lang="en-IN" dirty="0"/>
              <a:t>JOIN </a:t>
            </a:r>
            <a:r>
              <a:rPr lang="en-IN" dirty="0" err="1"/>
              <a:t>Medical_Record</a:t>
            </a:r>
            <a:r>
              <a:rPr lang="en-IN" dirty="0"/>
              <a:t> M ON </a:t>
            </a:r>
            <a:r>
              <a:rPr lang="en-IN" dirty="0" err="1"/>
              <a:t>P.patient_id</a:t>
            </a:r>
            <a:r>
              <a:rPr lang="en-IN" dirty="0"/>
              <a:t> = </a:t>
            </a:r>
            <a:r>
              <a:rPr lang="en-IN" dirty="0" err="1"/>
              <a:t>M.patient_id</a:t>
            </a:r>
            <a:r>
              <a:rPr lang="en-IN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17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0574-6A44-B015-29D1-21D69508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F7528-B1DA-9DB4-E54A-8FE7EA1C1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08" y="1515186"/>
            <a:ext cx="7055074" cy="28601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77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156A-FC95-E195-3EAF-00CF7D48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Reports &amp; Analytics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20D31D-63A1-FBBF-D941-9E0C6B8D41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686" y="2705077"/>
            <a:ext cx="5614357" cy="191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b="1" dirty="0">
                <a:latin typeface="Arial" panose="020B0604020202020204" pitchFamily="34" charset="0"/>
              </a:rPr>
              <a:t>Total patients per hospital.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b="1" dirty="0">
                <a:latin typeface="Arial" panose="020B0604020202020204" pitchFamily="34" charset="0"/>
              </a:rPr>
              <a:t>Pending vs Paid bills.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b="1" dirty="0">
                <a:latin typeface="Arial" panose="020B0604020202020204" pitchFamily="34" charset="0"/>
              </a:rPr>
              <a:t>Doctor-wise appointments.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b="1" dirty="0">
                <a:latin typeface="Arial" panose="020B0604020202020204" pitchFamily="34" charset="0"/>
              </a:rPr>
              <a:t>Insurance coverage analysis.</a:t>
            </a:r>
          </a:p>
        </p:txBody>
      </p:sp>
    </p:spTree>
    <p:extLst>
      <p:ext uri="{BB962C8B-B14F-4D97-AF65-F5344CB8AC3E}">
        <p14:creationId xmlns:p14="http://schemas.microsoft.com/office/powerpoint/2010/main" val="98014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F767-40C1-26A5-D67C-5AC092BF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700" dirty="0"/>
              <a:t>Use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B75257-BA57-69B9-7EBA-EB0B43CCE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686" y="2705077"/>
            <a:ext cx="7598875" cy="191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dirty="0">
                <a:latin typeface="Arial" panose="020B0604020202020204" pitchFamily="34" charset="0"/>
              </a:rPr>
              <a:t>Receptionist can book appointments.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dirty="0">
                <a:latin typeface="Arial" panose="020B0604020202020204" pitchFamily="34" charset="0"/>
              </a:rPr>
              <a:t>Doctors can view patient medical history.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dirty="0">
                <a:latin typeface="Arial" panose="020B0604020202020204" pitchFamily="34" charset="0"/>
              </a:rPr>
              <a:t>Finance team can track billing &amp; payments.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000" dirty="0">
                <a:latin typeface="Arial" panose="020B0604020202020204" pitchFamily="34" charset="0"/>
              </a:rPr>
              <a:t>Patients can check insurance coverage.</a:t>
            </a:r>
          </a:p>
        </p:txBody>
      </p:sp>
    </p:spTree>
    <p:extLst>
      <p:ext uri="{BB962C8B-B14F-4D97-AF65-F5344CB8AC3E}">
        <p14:creationId xmlns:p14="http://schemas.microsoft.com/office/powerpoint/2010/main" val="1100971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6BEC-89F7-7630-7AD0-51C630A5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E208B-0EC6-89DD-6A78-96FB89F78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687" y="2889742"/>
            <a:ext cx="5449249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Pharmacy management.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Staff management.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Integration with Power BI dashboards.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Online appointment booking.</a:t>
            </a:r>
          </a:p>
        </p:txBody>
      </p:sp>
    </p:spTree>
    <p:extLst>
      <p:ext uri="{BB962C8B-B14F-4D97-AF65-F5344CB8AC3E}">
        <p14:creationId xmlns:p14="http://schemas.microsoft.com/office/powerpoint/2010/main" val="3494277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8A04-C583-5A5A-7FED-895BA5AE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632048-E433-0733-324F-B22E6C44FD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477" y="1388563"/>
            <a:ext cx="4513006" cy="117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Centralized healthcare management.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Better data accuracy &amp; efficiency.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Useful for hospital administration, patients, and insurance companies.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1B6BE-D45B-34D7-3B9F-169F79E8B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62" y="2709363"/>
            <a:ext cx="3716491" cy="41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783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242</TotalTime>
  <Words>715</Words>
  <Application>Microsoft Office PowerPoint</Application>
  <PresentationFormat>On-screen Show (4:3)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</vt:lpstr>
      <vt:lpstr>Healthcare Management System </vt:lpstr>
      <vt:lpstr>Agenda</vt:lpstr>
      <vt:lpstr>Introduction </vt:lpstr>
      <vt:lpstr>Project Objectives</vt:lpstr>
      <vt:lpstr>Database Design</vt:lpstr>
      <vt:lpstr>Entity–Relationship Diagram</vt:lpstr>
      <vt:lpstr>Patient Table</vt:lpstr>
      <vt:lpstr>Doctor Table</vt:lpstr>
      <vt:lpstr>Hospital Table </vt:lpstr>
      <vt:lpstr>Appointment Table</vt:lpstr>
      <vt:lpstr>Billing Table</vt:lpstr>
      <vt:lpstr>Insurance Table</vt:lpstr>
      <vt:lpstr>Sample Query – Join</vt:lpstr>
      <vt:lpstr>Patients with Insurance Coverage</vt:lpstr>
      <vt:lpstr>Data Relationships</vt:lpstr>
      <vt:lpstr>Doctors and Their Hospitals</vt:lpstr>
      <vt:lpstr>Medical Records of Patients</vt:lpstr>
      <vt:lpstr>.</vt:lpstr>
      <vt:lpstr>Reports &amp; Analytics</vt:lpstr>
      <vt:lpstr>Use Cases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Yadav</dc:creator>
  <cp:lastModifiedBy>RAVI Yadav</cp:lastModifiedBy>
  <cp:revision>1</cp:revision>
  <dcterms:created xsi:type="dcterms:W3CDTF">2025-09-14T06:05:12Z</dcterms:created>
  <dcterms:modified xsi:type="dcterms:W3CDTF">2025-09-22T07:11:47Z</dcterms:modified>
</cp:coreProperties>
</file>